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70" d="100"/>
          <a:sy n="70" d="100"/>
        </p:scale>
        <p:origin x="7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33BD2-707E-DE8C-6277-DBC76178BD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FD110A-C8A1-27AD-F026-4963EC2B0B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E19DB-7ED5-2308-92EA-2B8FB94EA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879BF-3B6A-4B5D-9470-494761B4D8D1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F43E0-DE3E-1609-7C29-774A4E9ED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00818-8060-1E8C-0226-B6B9C7914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68618-A6D6-4C68-ABA7-69F3CBE63C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313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741AE-D0A0-A9A4-65B5-908F23A88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20A19-953E-E7EA-02E2-72D8A8AE3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61366-ED02-C6F3-E0F6-388DFE201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879BF-3B6A-4B5D-9470-494761B4D8D1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0DBAA-31DE-631B-D3F6-C60A1DA6E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3F22C-7959-0597-D2C8-A8D094379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68618-A6D6-4C68-ABA7-69F3CBE63C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368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7168D-BF4E-4336-F3A8-6B1063CFF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7BF88-D415-8FBF-33C9-F4B3B565A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C2EE7-96BA-5317-B534-E85744D58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879BF-3B6A-4B5D-9470-494761B4D8D1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D2773-AE24-D7BB-4532-68D043035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F9908-092D-0809-403B-21922778A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68618-A6D6-4C68-ABA7-69F3CBE63C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831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3330F-23DC-D2C0-6D78-E88ADA560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1D2E6-CD81-7112-09F5-C5FA0A098A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BE57D8-DB2C-4E33-E69E-115FFD027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D2F421-4639-2483-2CB6-0C14010C4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879BF-3B6A-4B5D-9470-494761B4D8D1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601D3B-7F42-59C6-9CDA-041EA58FC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F1D9C0-91EB-6A93-D658-86AF3C7A6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68618-A6D6-4C68-ABA7-69F3CBE63C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554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FB43B-98AA-9936-33B9-6AD3B8637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7466C-45B0-0409-BA9D-B2DEA7617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9B866E-7D28-5AAE-F7DA-5292787FD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A483AD-67FC-4127-9A0A-8C74051E93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78E69A-0957-560B-9329-62CC9E7F39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C59DE0-2487-CDA6-DCF4-B90A314A4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879BF-3B6A-4B5D-9470-494761B4D8D1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7E459E-2FFA-5FC6-D4B8-B0FCB2F71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52B97C-56FD-AE79-0AD6-575D69B3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68618-A6D6-4C68-ABA7-69F3CBE63C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81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6FB82-AA02-121B-4FA7-507FE58E3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73CC82-D4D4-315D-8095-BE79DB943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879BF-3B6A-4B5D-9470-494761B4D8D1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DD385A-5DBA-D67B-ED60-DDC210DA0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4E40D7-3587-52D8-2F82-40861497C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68618-A6D6-4C68-ABA7-69F3CBE63C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997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D5059-9610-D897-7A24-854611D68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879BF-3B6A-4B5D-9470-494761B4D8D1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B3042D-82DA-62D1-E4B3-B400967D4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02B88-8639-6DA1-DB4B-FA78368D5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68618-A6D6-4C68-ABA7-69F3CBE63C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512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8CF4B-966B-CCEB-E877-F39CDDBF3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FF12F-F172-6F9E-61F0-447C60C37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EB6097-991A-7967-AC2E-3493566AD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B76A6-AAB1-B16E-5D80-4104D8849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879BF-3B6A-4B5D-9470-494761B4D8D1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AE4C69-7DF6-D52F-320D-EE9911A27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CC0559-A3CD-2ECC-70BA-A8EDE08F8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68618-A6D6-4C68-ABA7-69F3CBE63C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310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0CA11-A263-9943-811D-4DF8E489B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56D684-851E-1BE2-5306-4F3BA2A5ED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ACB987-3487-BD5D-FFED-8DDCBB110B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77AB01-E486-4272-C7E9-B7A5E3182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879BF-3B6A-4B5D-9470-494761B4D8D1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04902-3851-87D5-58D7-CF15B18A8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60B31B-ED48-37F7-5CA6-FA576505C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68618-A6D6-4C68-ABA7-69F3CBE63C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436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71212-DD92-0C78-C2B2-5347CF11E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06E177-05AF-00C2-FAC0-2BF02C6B10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0EFC5-2CCC-42F5-3D2F-18D059591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879BF-3B6A-4B5D-9470-494761B4D8D1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80A3D-6560-905A-2646-22A942FC0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6CC89-E3DC-7180-FF01-F28AD7555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68618-A6D6-4C68-ABA7-69F3CBE63C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498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9F9ACD-5065-29DC-6BA6-877EA75DAE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351268-49F8-BEB8-FEEB-4EEB9E393C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59818-D9DE-5CC4-106D-EA0101E16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879BF-3B6A-4B5D-9470-494761B4D8D1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82AF8-1060-F15C-A547-4AC6AD1CA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05F7F-8743-092F-DC37-C002D8700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68618-A6D6-4C68-ABA7-69F3CBE63C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747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7760D1-1D29-A173-DA84-C797F77EB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534D5-C55E-CE6E-2EE9-0A7D938C6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DDD55-D26A-0F0D-EC8F-BDD66F07EF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B879BF-3B6A-4B5D-9470-494761B4D8D1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57D01-8285-07D4-5F90-F9261D688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5E655-C6E7-0512-BE01-636D007C16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A68618-A6D6-4C68-ABA7-69F3CBE63C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945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1BD36E6-E4FE-EC31-9ABC-EBB3449D9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0"/>
            <a:ext cx="121443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211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D10F7B-04C0-6D17-B012-22C01A31C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0"/>
            <a:ext cx="121443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944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CCE631-46D1-B956-3610-7059BA5F9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0"/>
            <a:ext cx="121443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533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0FFB48-1A2F-2B6D-87D3-D97BEC3E9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0"/>
            <a:ext cx="121443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144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AF6C8B-F9C4-F5EF-1715-925A0D2E7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0"/>
            <a:ext cx="121443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920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BEA0F9-9F16-1BBC-E7B6-85F2AE685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0"/>
            <a:ext cx="121443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296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5DAB00-3B8E-66D1-9EE1-F36A5D36A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0"/>
            <a:ext cx="121443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370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9125F0-EDCD-EE62-60E5-627009194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0"/>
            <a:ext cx="121443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358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9DC827-D28B-DD09-AF5B-C970EF56F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0"/>
            <a:ext cx="121443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371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73ED48-B148-43BA-AB7D-1AFF3A658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0"/>
            <a:ext cx="121443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097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8FB235-CB3B-3FE4-6E18-5868A92F1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0"/>
            <a:ext cx="121443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995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F3B320-E6CA-DCA5-1BCD-C305DAF28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0"/>
            <a:ext cx="121443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710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3855B8-AFEF-D950-9C6B-E59E0D117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0"/>
            <a:ext cx="121443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669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B21FF-9745-93FF-8FC7-ED29DAD89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3A618-067F-4898-824B-4B3C184B1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8A862E-CA4E-3CEF-DE92-98AFD85B6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0"/>
            <a:ext cx="121443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62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AA8A50-B331-A822-C694-B63F80DC1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0"/>
            <a:ext cx="121443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07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39197E-CCCB-6E7E-D12E-24C2161B0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0"/>
            <a:ext cx="121443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231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8F6294-DC34-C566-36AB-19C7345B8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0"/>
            <a:ext cx="121443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2390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5E4477-6F36-1EEE-4B4F-F5FCF4FFF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0"/>
            <a:ext cx="121443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5655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7F5182-832C-EFD9-480B-23FFBD97B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0"/>
            <a:ext cx="121443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129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kamlesh Patel</dc:creator>
  <cp:lastModifiedBy>kamlesh Patel</cp:lastModifiedBy>
  <cp:revision>1</cp:revision>
  <dcterms:created xsi:type="dcterms:W3CDTF">2026-09-24T07:12:05Z</dcterms:created>
  <dcterms:modified xsi:type="dcterms:W3CDTF">2026-09-24T07:14:22Z</dcterms:modified>
</cp:coreProperties>
</file>